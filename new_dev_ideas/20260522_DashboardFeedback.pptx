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2_6F535B84.xml" ContentType="application/vnd.ms-powerpoint.comments+xml"/>
  <Override PartName="/ppt/comments/modernComment_103_5CC4E9D7.xml" ContentType="application/vnd.ms-powerpoint.comments+xml"/>
  <Override PartName="/ppt/comments/modernComment_104_65BF7506.xml" ContentType="application/vnd.ms-powerpoint.comments+xml"/>
  <Override PartName="/ppt/comments/modernComment_105_41689C93.xml" ContentType="application/vnd.ms-powerpoint.comments+xml"/>
  <Override PartName="/ppt/comments/modernComment_107_5B21C12D.xml" ContentType="application/vnd.ms-powerpoint.comments+xml"/>
  <Override PartName="/ppt/comments/modernComment_108_CA82C494.xml" ContentType="application/vnd.ms-powerpoint.comments+xml"/>
  <Override PartName="/ppt/comments/modernComment_109_75143B0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365801-79E4-06ED-8243-76D5D869D228}" name="Meibin Chen" initials="MC" userId="S::mchen148@jh.edu::0138996e-44ff-4de6-a178-240ed4ec44b4" providerId="AD"/>
  <p188:author id="{EBC80310-E648-A861-1F84-F65E66983B6B}" name="Kelly Larson" initials="KL" userId="S::klarso18@jh.edu::b3c967d6-76f2-4494-94ad-323924175d2d" providerId="AD"/>
  <p188:author id="{7304FCCA-D9B4-BBFD-9F25-3BA62C180371}" name="Qiaochu He" initials="QH" userId="S::qhe29@jh.edu::0b409307-4a74-4149-858a-141646e9ee1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C73C54-3523-4142-8D22-0FA57215A045}" v="448" dt="2026-05-27T20:59:49.614"/>
    <p1510:client id="{B634B476-90F6-FD47-9B62-6B43179F2D3C}" v="2459" dt="2026-05-27T21:52:56.3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ibin Chen" userId="0138996e-44ff-4de6-a178-240ed4ec44b4" providerId="ADAL" clId="{A8361222-7C48-58D7-9A36-B5976AF939A0}"/>
    <pc:docChg chg="undo custSel addSld modSld">
      <pc:chgData name="Meibin Chen" userId="0138996e-44ff-4de6-a178-240ed4ec44b4" providerId="ADAL" clId="{A8361222-7C48-58D7-9A36-B5976AF939A0}" dt="2026-05-27T20:59:49.614" v="495" actId="20577"/>
      <pc:docMkLst>
        <pc:docMk/>
      </pc:docMkLst>
      <pc:sldChg chg="addSp delSp modSp mod">
        <pc:chgData name="Meibin Chen" userId="0138996e-44ff-4de6-a178-240ed4ec44b4" providerId="ADAL" clId="{A8361222-7C48-58D7-9A36-B5976AF939A0}" dt="2026-05-24T21:17:54.339" v="36" actId="14100"/>
        <pc:sldMkLst>
          <pc:docMk/>
          <pc:sldMk cId="1867733892" sldId="258"/>
        </pc:sldMkLst>
        <pc:spChg chg="add mod">
          <ac:chgData name="Meibin Chen" userId="0138996e-44ff-4de6-a178-240ed4ec44b4" providerId="ADAL" clId="{A8361222-7C48-58D7-9A36-B5976AF939A0}" dt="2026-05-24T01:51:38.428" v="21" actId="208"/>
          <ac:spMkLst>
            <pc:docMk/>
            <pc:sldMk cId="1867733892" sldId="258"/>
            <ac:spMk id="3" creationId="{4C5622F0-6630-EE2E-6AB2-769E98658482}"/>
          </ac:spMkLst>
        </pc:spChg>
        <pc:spChg chg="add del mod">
          <ac:chgData name="Meibin Chen" userId="0138996e-44ff-4de6-a178-240ed4ec44b4" providerId="ADAL" clId="{A8361222-7C48-58D7-9A36-B5976AF939A0}" dt="2026-05-24T01:54:03.906" v="29" actId="14100"/>
          <ac:spMkLst>
            <pc:docMk/>
            <pc:sldMk cId="1867733892" sldId="258"/>
            <ac:spMk id="4" creationId="{8249A846-10D2-29DF-C147-7F4D8525144A}"/>
          </ac:spMkLst>
        </pc:spChg>
        <pc:spChg chg="add mod">
          <ac:chgData name="Meibin Chen" userId="0138996e-44ff-4de6-a178-240ed4ec44b4" providerId="ADAL" clId="{A8361222-7C48-58D7-9A36-B5976AF939A0}" dt="2026-05-24T21:17:54.339" v="36" actId="14100"/>
          <ac:spMkLst>
            <pc:docMk/>
            <pc:sldMk cId="1867733892" sldId="258"/>
            <ac:spMk id="5" creationId="{BA8C49B1-F760-5A44-81B9-0A024D3C8612}"/>
          </ac:spMkLst>
        </pc:spChg>
      </pc:sldChg>
      <pc:sldChg chg="addSp modSp mod">
        <pc:chgData name="Meibin Chen" userId="0138996e-44ff-4de6-a178-240ed4ec44b4" providerId="ADAL" clId="{A8361222-7C48-58D7-9A36-B5976AF939A0}" dt="2026-05-24T21:15:52.333" v="33" actId="14100"/>
        <pc:sldMkLst>
          <pc:docMk/>
          <pc:sldMk cId="1556408791" sldId="259"/>
        </pc:sldMkLst>
        <pc:spChg chg="add mod">
          <ac:chgData name="Meibin Chen" userId="0138996e-44ff-4de6-a178-240ed4ec44b4" providerId="ADAL" clId="{A8361222-7C48-58D7-9A36-B5976AF939A0}" dt="2026-05-24T21:15:52.333" v="33" actId="14100"/>
          <ac:spMkLst>
            <pc:docMk/>
            <pc:sldMk cId="1556408791" sldId="259"/>
            <ac:spMk id="2" creationId="{5E28BFA1-5454-55BD-760A-7ABD771817F5}"/>
          </ac:spMkLst>
        </pc:spChg>
      </pc:sldChg>
      <pc:sldChg chg="addSp delSp modSp mod">
        <pc:chgData name="Meibin Chen" userId="0138996e-44ff-4de6-a178-240ed4ec44b4" providerId="ADAL" clId="{A8361222-7C48-58D7-9A36-B5976AF939A0}" dt="2026-05-26T00:16:54.005" v="56" actId="14100"/>
        <pc:sldMkLst>
          <pc:docMk/>
          <pc:sldMk cId="1707046150" sldId="260"/>
        </pc:sldMkLst>
        <pc:spChg chg="add mod">
          <ac:chgData name="Meibin Chen" userId="0138996e-44ff-4de6-a178-240ed4ec44b4" providerId="ADAL" clId="{A8361222-7C48-58D7-9A36-B5976AF939A0}" dt="2026-05-26T00:13:18.021" v="41" actId="14100"/>
          <ac:spMkLst>
            <pc:docMk/>
            <pc:sldMk cId="1707046150" sldId="260"/>
            <ac:spMk id="2" creationId="{ED20413E-18C3-CC95-E161-43E8290522A0}"/>
          </ac:spMkLst>
        </pc:spChg>
        <pc:spChg chg="add mod">
          <ac:chgData name="Meibin Chen" userId="0138996e-44ff-4de6-a178-240ed4ec44b4" providerId="ADAL" clId="{A8361222-7C48-58D7-9A36-B5976AF939A0}" dt="2026-05-26T00:14:23.356" v="48" actId="14100"/>
          <ac:spMkLst>
            <pc:docMk/>
            <pc:sldMk cId="1707046150" sldId="260"/>
            <ac:spMk id="5" creationId="{C5FD019F-2954-0536-4EAC-5CA61E23E421}"/>
          </ac:spMkLst>
        </pc:spChg>
        <pc:spChg chg="add mod">
          <ac:chgData name="Meibin Chen" userId="0138996e-44ff-4de6-a178-240ed4ec44b4" providerId="ADAL" clId="{A8361222-7C48-58D7-9A36-B5976AF939A0}" dt="2026-05-26T00:15:06.587" v="53" actId="14100"/>
          <ac:spMkLst>
            <pc:docMk/>
            <pc:sldMk cId="1707046150" sldId="260"/>
            <ac:spMk id="7" creationId="{0ED2DA8E-C67B-E37A-10DC-6CB24C6EFD5D}"/>
          </ac:spMkLst>
        </pc:spChg>
        <pc:spChg chg="add mod">
          <ac:chgData name="Meibin Chen" userId="0138996e-44ff-4de6-a178-240ed4ec44b4" providerId="ADAL" clId="{A8361222-7C48-58D7-9A36-B5976AF939A0}" dt="2026-05-26T00:16:54.005" v="56" actId="14100"/>
          <ac:spMkLst>
            <pc:docMk/>
            <pc:sldMk cId="1707046150" sldId="260"/>
            <ac:spMk id="8" creationId="{3BFB4D24-C88A-708C-2085-B4893E5A3769}"/>
          </ac:spMkLst>
        </pc:spChg>
        <pc:picChg chg="add del mod">
          <ac:chgData name="Meibin Chen" userId="0138996e-44ff-4de6-a178-240ed4ec44b4" providerId="ADAL" clId="{A8361222-7C48-58D7-9A36-B5976AF939A0}" dt="2026-05-26T00:14:01.705" v="45" actId="478"/>
          <ac:picMkLst>
            <pc:docMk/>
            <pc:sldMk cId="1707046150" sldId="260"/>
            <ac:picMk id="4" creationId="{F382807B-39DC-5315-A64C-B75C16DC6A80}"/>
          </ac:picMkLst>
        </pc:picChg>
        <pc:picChg chg="add del mod">
          <ac:chgData name="Meibin Chen" userId="0138996e-44ff-4de6-a178-240ed4ec44b4" providerId="ADAL" clId="{A8361222-7C48-58D7-9A36-B5976AF939A0}" dt="2026-05-26T00:14:47.712" v="50" actId="478"/>
          <ac:picMkLst>
            <pc:docMk/>
            <pc:sldMk cId="1707046150" sldId="260"/>
            <ac:picMk id="6" creationId="{78CAE78A-9B94-CC15-7B25-7D9EE8AB0C0A}"/>
          </ac:picMkLst>
        </pc:picChg>
      </pc:sldChg>
      <pc:sldChg chg="addSp modSp new mod">
        <pc:chgData name="Meibin Chen" userId="0138996e-44ff-4de6-a178-240ed4ec44b4" providerId="ADAL" clId="{A8361222-7C48-58D7-9A36-B5976AF939A0}" dt="2026-05-27T20:59:49.614" v="495" actId="20577"/>
        <pc:sldMkLst>
          <pc:docMk/>
          <pc:sldMk cId="4092493995" sldId="266"/>
        </pc:sldMkLst>
        <pc:spChg chg="add mod">
          <ac:chgData name="Meibin Chen" userId="0138996e-44ff-4de6-a178-240ed4ec44b4" providerId="ADAL" clId="{A8361222-7C48-58D7-9A36-B5976AF939A0}" dt="2026-05-27T20:59:49.614" v="495" actId="20577"/>
          <ac:spMkLst>
            <pc:docMk/>
            <pc:sldMk cId="4092493995" sldId="266"/>
            <ac:spMk id="2" creationId="{CADFFD8C-1A54-545A-51C1-4816E0003534}"/>
          </ac:spMkLst>
        </pc:spChg>
      </pc:sldChg>
    </pc:docChg>
  </pc:docChgLst>
  <pc:docChgLst>
    <pc:chgData name="Qiaochu He" userId="S::qhe29@jh.edu::0b409307-4a74-4149-858a-141646e9ee17" providerId="AD" clId="Web-{0CF38EF3-1A3A-56FB-5AC4-C0F55DF7D25F}"/>
    <pc:docChg chg="mod modSld">
      <pc:chgData name="Qiaochu He" userId="S::qhe29@jh.edu::0b409307-4a74-4149-858a-141646e9ee17" providerId="AD" clId="Web-{0CF38EF3-1A3A-56FB-5AC4-C0F55DF7D25F}" dt="2026-05-24T13:07:31.045" v="2"/>
      <pc:docMkLst>
        <pc:docMk/>
      </pc:docMkLst>
      <pc:sldChg chg="addSp delSp">
        <pc:chgData name="Qiaochu He" userId="S::qhe29@jh.edu::0b409307-4a74-4149-858a-141646e9ee17" providerId="AD" clId="Web-{0CF38EF3-1A3A-56FB-5AC4-C0F55DF7D25F}" dt="2026-05-24T13:06:38.387" v="1"/>
        <pc:sldMkLst>
          <pc:docMk/>
          <pc:sldMk cId="1556408791" sldId="259"/>
        </pc:sldMkLst>
      </pc:sldChg>
    </pc:docChg>
  </pc:docChgLst>
  <pc:docChgLst>
    <pc:chgData name="Kelly Larson" userId="S::klarso18@jh.edu::b3c967d6-76f2-4494-94ad-323924175d2d" providerId="AD" clId="Web-{D76A4D34-8BC8-73A7-5541-8321555C0B18}"/>
    <pc:docChg chg="mod modSld">
      <pc:chgData name="Kelly Larson" userId="S::klarso18@jh.edu::b3c967d6-76f2-4494-94ad-323924175d2d" providerId="AD" clId="Web-{D76A4D34-8BC8-73A7-5541-8321555C0B18}" dt="2026-05-22T18:38:58.098" v="18" actId="1076"/>
      <pc:docMkLst>
        <pc:docMk/>
      </pc:docMkLst>
      <pc:sldChg chg="addSp modSp">
        <pc:chgData name="Kelly Larson" userId="S::klarso18@jh.edu::b3c967d6-76f2-4494-94ad-323924175d2d" providerId="AD" clId="Web-{D76A4D34-8BC8-73A7-5541-8321555C0B18}" dt="2026-05-22T18:38:58.098" v="18" actId="1076"/>
        <pc:sldMkLst>
          <pc:docMk/>
          <pc:sldMk cId="1097374867" sldId="261"/>
        </pc:sldMkLst>
        <pc:picChg chg="add mod ord">
          <ac:chgData name="Kelly Larson" userId="S::klarso18@jh.edu::b3c967d6-76f2-4494-94ad-323924175d2d" providerId="AD" clId="Web-{D76A4D34-8BC8-73A7-5541-8321555C0B18}" dt="2026-05-22T18:38:52.566" v="17"/>
          <ac:picMkLst>
            <pc:docMk/>
            <pc:sldMk cId="1097374867" sldId="261"/>
            <ac:picMk id="2" creationId="{963D7149-3458-8EA2-A6AD-169EDE10411C}"/>
          </ac:picMkLst>
        </pc:picChg>
        <pc:picChg chg="mod">
          <ac:chgData name="Kelly Larson" userId="S::klarso18@jh.edu::b3c967d6-76f2-4494-94ad-323924175d2d" providerId="AD" clId="Web-{D76A4D34-8BC8-73A7-5541-8321555C0B18}" dt="2026-05-22T18:37:32.550" v="2" actId="1076"/>
          <ac:picMkLst>
            <pc:docMk/>
            <pc:sldMk cId="1097374867" sldId="261"/>
            <ac:picMk id="3" creationId="{A3478F6E-6205-3E1B-B093-4203AE1D779D}"/>
          </ac:picMkLst>
        </pc:picChg>
        <pc:picChg chg="add mod">
          <ac:chgData name="Kelly Larson" userId="S::klarso18@jh.edu::b3c967d6-76f2-4494-94ad-323924175d2d" providerId="AD" clId="Web-{D76A4D34-8BC8-73A7-5541-8321555C0B18}" dt="2026-05-22T18:38:28.363" v="13" actId="14100"/>
          <ac:picMkLst>
            <pc:docMk/>
            <pc:sldMk cId="1097374867" sldId="261"/>
            <ac:picMk id="4" creationId="{29D87B8F-8348-3D2D-121E-6BA0FF6FC8DB}"/>
          </ac:picMkLst>
        </pc:picChg>
        <pc:picChg chg="add mod">
          <ac:chgData name="Kelly Larson" userId="S::klarso18@jh.edu::b3c967d6-76f2-4494-94ad-323924175d2d" providerId="AD" clId="Web-{D76A4D34-8BC8-73A7-5541-8321555C0B18}" dt="2026-05-22T18:38:58.098" v="18" actId="1076"/>
          <ac:picMkLst>
            <pc:docMk/>
            <pc:sldMk cId="1097374867" sldId="261"/>
            <ac:picMk id="5" creationId="{3C9FF954-A58E-49B7-7A87-F4848542DAE0}"/>
          </ac:picMkLst>
        </pc:picChg>
      </pc:sldChg>
    </pc:docChg>
  </pc:docChgLst>
  <pc:docChgLst>
    <pc:chgData name="Kelly Larson" userId="b3c967d6-76f2-4494-94ad-323924175d2d" providerId="ADAL" clId="{925C50A6-D62F-5B80-894E-78067231FBA0}"/>
    <pc:docChg chg="undo custSel addSld modSld">
      <pc:chgData name="Kelly Larson" userId="b3c967d6-76f2-4494-94ad-323924175d2d" providerId="ADAL" clId="{925C50A6-D62F-5B80-894E-78067231FBA0}" dt="2026-05-27T21:52:56.375" v="2523" actId="400"/>
      <pc:docMkLst>
        <pc:docMk/>
      </pc:docMkLst>
      <pc:sldChg chg="addSp modSp mod">
        <pc:chgData name="Kelly Larson" userId="b3c967d6-76f2-4494-94ad-323924175d2d" providerId="ADAL" clId="{925C50A6-D62F-5B80-894E-78067231FBA0}" dt="2026-05-22T18:40:57.587" v="64" actId="1076"/>
        <pc:sldMkLst>
          <pc:docMk/>
          <pc:sldMk cId="1097374867" sldId="261"/>
        </pc:sldMkLst>
        <pc:spChg chg="add mod">
          <ac:chgData name="Kelly Larson" userId="b3c967d6-76f2-4494-94ad-323924175d2d" providerId="ADAL" clId="{925C50A6-D62F-5B80-894E-78067231FBA0}" dt="2026-05-22T18:40:57.587" v="64" actId="1076"/>
          <ac:spMkLst>
            <pc:docMk/>
            <pc:sldMk cId="1097374867" sldId="261"/>
            <ac:spMk id="8" creationId="{16B21A94-B553-6835-DC03-585FA76EDEC0}"/>
          </ac:spMkLst>
        </pc:spChg>
        <pc:picChg chg="mod modCrop">
          <ac:chgData name="Kelly Larson" userId="b3c967d6-76f2-4494-94ad-323924175d2d" providerId="ADAL" clId="{925C50A6-D62F-5B80-894E-78067231FBA0}" dt="2026-05-22T18:40:16.716" v="23" actId="732"/>
          <ac:picMkLst>
            <pc:docMk/>
            <pc:sldMk cId="1097374867" sldId="261"/>
            <ac:picMk id="4" creationId="{29D87B8F-8348-3D2D-121E-6BA0FF6FC8DB}"/>
          </ac:picMkLst>
        </pc:picChg>
        <pc:picChg chg="add mod">
          <ac:chgData name="Kelly Larson" userId="b3c967d6-76f2-4494-94ad-323924175d2d" providerId="ADAL" clId="{925C50A6-D62F-5B80-894E-78067231FBA0}" dt="2026-05-22T18:39:26.460" v="5" actId="1076"/>
          <ac:picMkLst>
            <pc:docMk/>
            <pc:sldMk cId="1097374867" sldId="261"/>
            <ac:picMk id="6" creationId="{4D0C871B-DAED-EB7A-2082-AF8A7DD1401F}"/>
          </ac:picMkLst>
        </pc:picChg>
        <pc:picChg chg="add mod">
          <ac:chgData name="Kelly Larson" userId="b3c967d6-76f2-4494-94ad-323924175d2d" providerId="ADAL" clId="{925C50A6-D62F-5B80-894E-78067231FBA0}" dt="2026-05-22T18:39:52.526" v="20" actId="1035"/>
          <ac:picMkLst>
            <pc:docMk/>
            <pc:sldMk cId="1097374867" sldId="261"/>
            <ac:picMk id="7" creationId="{9E677494-E4B6-B47B-C499-5A9CD919CD13}"/>
          </ac:picMkLst>
        </pc:picChg>
      </pc:sldChg>
      <pc:sldChg chg="modSp mod">
        <pc:chgData name="Kelly Larson" userId="b3c967d6-76f2-4494-94ad-323924175d2d" providerId="ADAL" clId="{925C50A6-D62F-5B80-894E-78067231FBA0}" dt="2026-05-27T21:46:07.873" v="2173" actId="20577"/>
        <pc:sldMkLst>
          <pc:docMk/>
          <pc:sldMk cId="4092493995" sldId="266"/>
        </pc:sldMkLst>
        <pc:spChg chg="mod">
          <ac:chgData name="Kelly Larson" userId="b3c967d6-76f2-4494-94ad-323924175d2d" providerId="ADAL" clId="{925C50A6-D62F-5B80-894E-78067231FBA0}" dt="2026-05-27T21:46:07.873" v="2173" actId="20577"/>
          <ac:spMkLst>
            <pc:docMk/>
            <pc:sldMk cId="4092493995" sldId="266"/>
            <ac:spMk id="2" creationId="{CADFFD8C-1A54-545A-51C1-4816E0003534}"/>
          </ac:spMkLst>
        </pc:spChg>
      </pc:sldChg>
      <pc:sldChg chg="addSp modSp new mod">
        <pc:chgData name="Kelly Larson" userId="b3c967d6-76f2-4494-94ad-323924175d2d" providerId="ADAL" clId="{925C50A6-D62F-5B80-894E-78067231FBA0}" dt="2026-05-27T21:52:56.375" v="2523" actId="400"/>
        <pc:sldMkLst>
          <pc:docMk/>
          <pc:sldMk cId="4126716445" sldId="267"/>
        </pc:sldMkLst>
        <pc:spChg chg="add mod">
          <ac:chgData name="Kelly Larson" userId="b3c967d6-76f2-4494-94ad-323924175d2d" providerId="ADAL" clId="{925C50A6-D62F-5B80-894E-78067231FBA0}" dt="2026-05-27T21:52:56.375" v="2523" actId="400"/>
          <ac:spMkLst>
            <pc:docMk/>
            <pc:sldMk cId="4126716445" sldId="267"/>
            <ac:spMk id="2" creationId="{03773CEC-8377-5851-B95C-875BFFBE61A7}"/>
          </ac:spMkLst>
        </pc:spChg>
      </pc:sldChg>
    </pc:docChg>
  </pc:docChgLst>
</pc:chgInfo>
</file>

<file path=ppt/comments/modernComment_102_6F535B84.xml><?xml version="1.0" encoding="utf-8"?>
<p188:cmLst xmlns:a="http://schemas.openxmlformats.org/drawingml/2006/main" xmlns:r="http://schemas.openxmlformats.org/officeDocument/2006/relationships" xmlns:p188="http://schemas.microsoft.com/office/powerpoint/2018/8/main">
  <p188:cm id="{F99E5A91-4AC7-4F13-996E-0E1F459BFF89}" authorId="{EBC80310-E648-A861-1F84-F65E66983B6B}" created="2026-05-22T18:16:58.393">
    <pc:sldMkLst xmlns:pc="http://schemas.microsoft.com/office/powerpoint/2013/main/command">
      <pc:docMk/>
      <pc:sldMk cId="1867733892" sldId="258"/>
    </pc:sldMkLst>
    <p188:replyLst>
      <p188:reply id="{E8056C25-5EC8-CC4F-81E8-9340B6BDAA9E}" authorId="{92365801-79E4-06ED-8243-76D5D869D228}" created="2026-05-24T01:27:59.375">
        <p188:txBody>
          <a:bodyPr/>
          <a:lstStyle/>
          <a:p>
            <a:r>
              <a:rPr lang="en-US"/>
              <a:t>Agreed. If possible, maybe we add a button right below for 'Select County'</a:t>
            </a:r>
          </a:p>
        </p188:txBody>
      </p188:reply>
    </p188:replyLst>
    <p188:txBody>
      <a:bodyPr/>
      <a:lstStyle/>
      <a:p>
        <a:r>
          <a:rPr lang="en-US"/>
          <a:t>Should we change it to Kenya, if we will be including other counties? (i.e. in the title bar and the main title description, the body text, on the scenario cards)</a:t>
        </a:r>
      </a:p>
    </p188:txBody>
  </p188:cm>
  <p188:cm id="{9891CDEF-1FEF-4578-A45E-EB0F764AF0A2}" authorId="{EBC80310-E648-A861-1F84-F65E66983B6B}" created="2026-05-22T18:17:20.909">
    <pc:sldMkLst xmlns:pc="http://schemas.microsoft.com/office/powerpoint/2013/main/command">
      <pc:docMk/>
      <pc:sldMk cId="1867733892" sldId="258"/>
    </pc:sldMkLst>
    <p188:replyLst>
      <p188:reply id="{235B661D-5E4F-664E-9F89-828426D99D0B}" authorId="{92365801-79E4-06ED-8243-76D5D869D228}" created="2026-05-24T01:28:04.289">
        <p188:txBody>
          <a:bodyPr/>
          <a:lstStyle/>
          <a:p>
            <a:r>
              <a:rPr lang="en-US"/>
              <a:t>agreed</a:t>
            </a:r>
          </a:p>
        </p188:txBody>
      </p188:reply>
    </p188:replyLst>
    <p188:txBody>
      <a:bodyPr/>
      <a:lstStyle/>
      <a:p>
        <a:r>
          <a:rPr lang="en-US"/>
          <a:t>should we remove "neonatal" if we are currently just doing mothers</a:t>
        </a:r>
      </a:p>
    </p188:txBody>
  </p188:cm>
  <p188:cm id="{EB819E57-0C73-40A2-BB7F-D3BDFC457283}" authorId="{EBC80310-E648-A861-1F84-F65E66983B6B}" created="2026-05-22T18:17:40.690">
    <pc:sldMkLst xmlns:pc="http://schemas.microsoft.com/office/powerpoint/2013/main/command">
      <pc:docMk/>
      <pc:sldMk cId="1867733892" sldId="258"/>
    </pc:sldMkLst>
    <p188:replyLst>
      <p188:reply id="{36C46AEE-73D2-1347-85B0-F6197DA45D86}" authorId="{92365801-79E4-06ED-8243-76D5D869D228}" created="2026-05-24T01:28:20.854">
        <p188:txBody>
          <a:bodyPr/>
          <a:lstStyle/>
          <a:p>
            <a:r>
              <a:rPr lang="en-US"/>
              <a:t>If we have a logo we can replace the chart with something else</a:t>
            </a:r>
          </a:p>
        </p188:txBody>
      </p188:reply>
    </p188:replyLst>
    <p188:txBody>
      <a:bodyPr/>
      <a:lstStyle/>
      <a:p>
        <a:r>
          <a:rPr lang="en-US"/>
          <a:t>donut chart on the right - "YR" is cut off</a:t>
        </a:r>
      </a:p>
    </p188:txBody>
  </p188:cm>
  <p188:cm id="{CA24B5DB-711B-4908-A0A6-5CD243255B56}" authorId="{EBC80310-E648-A861-1F84-F65E66983B6B}" created="2026-05-22T18:20:12.317">
    <pc:sldMkLst xmlns:pc="http://schemas.microsoft.com/office/powerpoint/2013/main/command">
      <pc:docMk/>
      <pc:sldMk cId="1867733892" sldId="258"/>
    </pc:sldMkLst>
    <p188:txBody>
      <a:bodyPr/>
      <a:lstStyle/>
      <a:p>
        <a:r>
          <a:rPr lang="en-US"/>
          <a:t>i wonder if we could give the preset scenarios a different name than Preset A,B,C, to make it easier to remember which is which. for instance Preset - MOMISH, Preset - HHS, Preset - Combo</a:t>
        </a:r>
      </a:p>
    </p188:txBody>
  </p188:cm>
  <p188:cm id="{530B2424-E61D-4630-B07D-3ECBA30DB82E}" authorId="{EBC80310-E648-A861-1F84-F65E66983B6B}" created="2026-05-22T18:21:23.724">
    <pc:sldMkLst xmlns:pc="http://schemas.microsoft.com/office/powerpoint/2013/main/command">
      <pc:docMk/>
      <pc:sldMk cId="1867733892" sldId="258"/>
    </pc:sldMkLst>
    <p188:txBody>
      <a:bodyPr/>
      <a:lstStyle/>
      <a:p>
        <a:r>
          <a:rPr lang="en-US"/>
          <a:t>if you click on "design" or the other steps at the top of the screen, it assumes that you selected HSS. should we instead default to "combined" since that is the recommended strategy</a:t>
        </a:r>
      </a:p>
    </p188:txBody>
  </p188:cm>
  <p188:cm id="{F11536B9-3522-4A55-B952-DD5E4A617EB6}" authorId="{EBC80310-E648-A861-1F84-F65E66983B6B}" created="2026-05-22T18:22:37.475">
    <pc:sldMkLst xmlns:pc="http://schemas.microsoft.com/office/powerpoint/2013/main/command">
      <pc:docMk/>
      <pc:sldMk cId="1867733892" sldId="258"/>
    </pc:sldMkLst>
    <p188:txBody>
      <a:bodyPr/>
      <a:lstStyle/>
      <a:p>
        <a:r>
          <a:rPr lang="en-US"/>
          <a:t>I wonder if we could remove or use a different icon than "S" at the top. does this project have any kind of logo or branding?</a:t>
        </a:r>
      </a:p>
    </p188:txBody>
  </p188:cm>
  <p188:cm id="{80B4D6EE-B577-E74D-942F-076A91B9CCFD}" authorId="{EBC80310-E648-A861-1F84-F65E66983B6B}" created="2026-05-22T18:54:59.609">
    <pc:sldMkLst xmlns:pc="http://schemas.microsoft.com/office/powerpoint/2013/main/command">
      <pc:docMk/>
      <pc:sldMk cId="1867733892" sldId="258"/>
    </pc:sldMkLst>
    <p188:txBody>
      <a:bodyPr/>
      <a:lstStyle/>
      <a:p>
        <a:r>
          <a:rPr lang="en-US"/>
          <a:t>if you select MOMISH, it jumps you right to step 3 (maybe that is just because this is a sample) </a:t>
        </a:r>
      </a:p>
    </p188:txBody>
  </p188:cm>
  <p188:cm id="{32E5C26D-B2B5-E542-8EF4-FB9DC72DE5E5}" authorId="{92365801-79E4-06ED-8243-76D5D869D228}" created="2026-05-24T01:51:57.368">
    <ac:deMkLst xmlns:ac="http://schemas.microsoft.com/office/drawing/2013/main/command">
      <pc:docMk xmlns:pc="http://schemas.microsoft.com/office/powerpoint/2013/main/command"/>
      <pc:sldMk xmlns:pc="http://schemas.microsoft.com/office/powerpoint/2013/main/command" cId="1867733892" sldId="258"/>
      <ac:spMk id="3" creationId="{4C5622F0-6630-EE2E-6AB2-769E98658482}"/>
    </ac:deMkLst>
    <p188:txBody>
      <a:bodyPr/>
      <a:lstStyle/>
      <a:p>
        <a:r>
          <a:rPr lang="en-US"/>
          <a:t>Can this be a lighter color? </a:t>
        </a:r>
      </a:p>
    </p188:txBody>
  </p188:cm>
  <p188:cm id="{866663A8-BF64-6C4D-B9BE-E98832EA985F}" authorId="{92365801-79E4-06ED-8243-76D5D869D228}" created="2026-05-24T01:55:09.360">
    <ac:deMkLst xmlns:ac="http://schemas.microsoft.com/office/drawing/2013/main/command">
      <pc:docMk xmlns:pc="http://schemas.microsoft.com/office/powerpoint/2013/main/command"/>
      <pc:sldMk xmlns:pc="http://schemas.microsoft.com/office/powerpoint/2013/main/command" cId="1867733892" sldId="258"/>
      <ac:spMk id="4" creationId="{8249A846-10D2-29DF-C147-7F4D8525144A}"/>
    </ac:deMkLst>
    <p188:replyLst>
      <p188:reply id="{FB59B6B1-4DE9-8D4F-8308-1034825168ED}" authorId="{92365801-79E4-06ED-8243-76D5D869D228}" created="2026-05-24T01:57:10.534">
        <p188:txBody>
          <a:bodyPr/>
          <a:lstStyle/>
          <a:p>
            <a:r>
              <a:rPr lang="en-US"/>
              <a:t>Also could someone set their own preset?</a:t>
            </a:r>
          </a:p>
        </p188:txBody>
      </p188:reply>
    </p188:replyLst>
    <p188:txBody>
      <a:bodyPr/>
      <a:lstStyle/>
      <a:p>
        <a:r>
          <a:rPr lang="en-US"/>
          <a:t>If we swap MOMISH and health system strengthening, that might be good. MOMISH is more self-titled, so we might want to redo the text here for preset B</a:t>
        </a:r>
      </a:p>
    </p188:txBody>
  </p188:cm>
  <p188:cm id="{0E94BAC0-3573-484B-9AF2-1B35C21D4C83}" authorId="{92365801-79E4-06ED-8243-76D5D869D228}" created="2026-05-24T21:18:07.207">
    <ac:deMkLst xmlns:ac="http://schemas.microsoft.com/office/drawing/2013/main/command">
      <pc:docMk xmlns:pc="http://schemas.microsoft.com/office/powerpoint/2013/main/command"/>
      <pc:sldMk xmlns:pc="http://schemas.microsoft.com/office/powerpoint/2013/main/command" cId="1867733892" sldId="258"/>
      <ac:spMk id="5" creationId="{BA8C49B1-F760-5A44-81B9-0A024D3C8612}"/>
    </ac:deMkLst>
    <p188:txBody>
      <a:bodyPr/>
      <a:lstStyle/>
      <a:p>
        <a:r>
          <a:rPr lang="en-US"/>
          <a:t>Can consider adding an 'about the model' section so that the documentation on the model is present.</a:t>
        </a:r>
      </a:p>
    </p188:txBody>
  </p188:cm>
</p188:cmLst>
</file>

<file path=ppt/comments/modernComment_103_5CC4E9D7.xml><?xml version="1.0" encoding="utf-8"?>
<p188:cmLst xmlns:a="http://schemas.openxmlformats.org/drawingml/2006/main" xmlns:r="http://schemas.openxmlformats.org/officeDocument/2006/relationships" xmlns:p188="http://schemas.microsoft.com/office/powerpoint/2018/8/main">
  <p188:cm id="{4D6E2ECC-0CF2-45A0-AB34-4929F8CF176C}" authorId="{7304FCCA-D9B4-BBFD-9F25-3BA62C180371}" created="2026-05-24T13:07:31.061">
    <ac:deMkLst xmlns:ac="http://schemas.microsoft.com/office/drawing/2013/main/command">
      <pc:docMk xmlns:pc="http://schemas.microsoft.com/office/powerpoint/2013/main/command"/>
      <pc:sldMk xmlns:pc="http://schemas.microsoft.com/office/powerpoint/2013/main/command" cId="1556408791" sldId="259"/>
      <ac:picMk id="3" creationId="{9AA5CE8B-370E-A029-552E-8648F7B77F09}"/>
    </ac:deMkLst>
    <p188:txBody>
      <a:bodyPr/>
      <a:lstStyle/>
      <a:p>
        <a:r>
          <a:rPr lang="en-US"/>
          <a:t>This is good, but I wonder if we actually have to run time version. Is it related to numbers of run or something else?</a:t>
        </a:r>
      </a:p>
    </p188:txBody>
  </p188:cm>
  <p188:cm id="{049319A1-388B-394C-A088-A8F0E5B8144B}" authorId="{92365801-79E4-06ED-8243-76D5D869D228}" created="2026-05-24T21:16:45.236">
    <ac:deMkLst xmlns:ac="http://schemas.microsoft.com/office/drawing/2013/main/command">
      <pc:docMk xmlns:pc="http://schemas.microsoft.com/office/powerpoint/2013/main/command"/>
      <pc:sldMk xmlns:pc="http://schemas.microsoft.com/office/powerpoint/2013/main/command" cId="1556408791" sldId="259"/>
      <ac:spMk id="2" creationId="{5E28BFA1-5454-55BD-760A-7ABD771817F5}"/>
    </ac:deMkLst>
    <p188:txBody>
      <a:bodyPr/>
      <a:lstStyle/>
      <a:p>
        <a:r>
          <a:rPr lang="en-US"/>
          <a:t>This is good, but it might have to be updated because the 'scenario summary' options are not comprehensive. I do like the idea of having the scenario summary as something you can view though.</a:t>
        </a:r>
      </a:p>
    </p188:txBody>
  </p188:cm>
</p188:cmLst>
</file>

<file path=ppt/comments/modernComment_104_65BF7506.xml><?xml version="1.0" encoding="utf-8"?>
<p188:cmLst xmlns:a="http://schemas.openxmlformats.org/drawingml/2006/main" xmlns:r="http://schemas.openxmlformats.org/officeDocument/2006/relationships" xmlns:p188="http://schemas.microsoft.com/office/powerpoint/2018/8/main">
  <p188:cm id="{86BFE046-141D-4702-99FD-BA95826D9DCA}" authorId="{EBC80310-E648-A861-1F84-F65E66983B6B}" created="2026-05-22T18:33:44.453">
    <pc:sldMkLst xmlns:pc="http://schemas.microsoft.com/office/powerpoint/2013/main/command">
      <pc:docMk/>
      <pc:sldMk cId="1707046150" sldId="260"/>
    </pc:sldMkLst>
    <p188:txBody>
      <a:bodyPr/>
      <a:lstStyle/>
      <a:p>
        <a:r>
          <a:rPr lang="en-US"/>
          <a:t>I wonder if it would be helpful to have a summary of the assumptions and chosen parameters available, with the option to click see more for documentation of the full listing. We already saw that on the previous design/run tabs -  but I am thinking the purpose of showing it here could be to remind the user that assumptions were made. Also - if people could be printing the results, then the assumptions would be front and center for sharing purposes.
Maybe it could be a card above or below "What this run is saying" that indicates:
Simulation Details 
[list assumptions made] 
and then move the "adjust scenario" button to be on this card</a:t>
        </a:r>
      </a:p>
    </p188:txBody>
  </p188:cm>
  <p188:cm id="{089A8A86-63BC-4497-AF1D-50FA79EDA63A}" authorId="{EBC80310-E648-A861-1F84-F65E66983B6B}" created="2026-05-22T18:36:24.830">
    <pc:sldMkLst xmlns:pc="http://schemas.microsoft.com/office/powerpoint/2013/main/command">
      <pc:docMk/>
      <pc:sldMk cId="1707046150" sldId="260"/>
    </pc:sldMkLst>
    <p188:txBody>
      <a:bodyPr/>
      <a:lstStyle/>
      <a:p>
        <a:r>
          <a:rPr lang="en-US"/>
          <a:t>I am wondering how much we are comfortable interpreting (i.e. in What this run is saying) and how much work it will be to define these interpretations</a:t>
        </a:r>
      </a:p>
    </p188:txBody>
  </p188:cm>
  <p188:cm id="{629AD9E7-6710-4640-8067-CD5113AA7F07}" authorId="{92365801-79E4-06ED-8243-76D5D869D228}" created="2026-05-26T00:13:40.779">
    <ac:deMkLst xmlns:ac="http://schemas.microsoft.com/office/drawing/2013/main/command">
      <pc:docMk xmlns:pc="http://schemas.microsoft.com/office/powerpoint/2013/main/command"/>
      <pc:sldMk xmlns:pc="http://schemas.microsoft.com/office/powerpoint/2013/main/command" cId="1707046150" sldId="260"/>
      <ac:spMk id="2" creationId="{ED20413E-18C3-CC95-E161-43E8290522A0}"/>
    </ac:deMkLst>
    <p188:txBody>
      <a:bodyPr/>
      <a:lstStyle/>
      <a:p>
        <a:r>
          <a:rPr lang="en-US"/>
          <a:t>I think if we set a standardized script here should be fine. Or one autogenerated for greatest changes like Poppy mentioned.</a:t>
        </a:r>
      </a:p>
    </p188:txBody>
  </p188:cm>
  <p188:cm id="{7039C17B-493A-4549-B777-5EF3FA320131}" authorId="{92365801-79E4-06ED-8243-76D5D869D228}" created="2026-05-26T00:14:39.512">
    <ac:deMkLst xmlns:ac="http://schemas.microsoft.com/office/drawing/2013/main/command">
      <pc:docMk xmlns:pc="http://schemas.microsoft.com/office/powerpoint/2013/main/command"/>
      <pc:sldMk xmlns:pc="http://schemas.microsoft.com/office/powerpoint/2013/main/command" cId="1707046150" sldId="260"/>
      <ac:spMk id="5" creationId="{C5FD019F-2954-0536-4EAC-5CA61E23E421}"/>
    </ac:deMkLst>
    <p188:txBody>
      <a:bodyPr/>
      <a:lstStyle/>
      <a:p>
        <a:r>
          <a:rPr lang="en-US"/>
          <a:t>We should get rid of neonatal. Maybe we can replace with something else. </a:t>
        </a:r>
      </a:p>
    </p188:txBody>
  </p188:cm>
  <p188:cm id="{AD209F9F-A2FA-8B47-A359-14AD192596A2}" authorId="{92365801-79E4-06ED-8243-76D5D869D228}" created="2026-05-26T00:16:07.816">
    <ac:deMkLst xmlns:ac="http://schemas.microsoft.com/office/drawing/2013/main/command">
      <pc:docMk xmlns:pc="http://schemas.microsoft.com/office/powerpoint/2013/main/command"/>
      <pc:sldMk xmlns:pc="http://schemas.microsoft.com/office/powerpoint/2013/main/command" cId="1707046150" sldId="260"/>
      <ac:spMk id="7" creationId="{0ED2DA8E-C67B-E37A-10DC-6CB24C6EFD5D}"/>
    </ac:deMkLst>
    <p188:txBody>
      <a:bodyPr/>
      <a:lstStyle/>
      <a:p>
        <a:r>
          <a:rPr lang="en-US"/>
          <a:t>We might want to remove 'from community' possibly as some of these are set rather than generated outcomes. The original dashboard uses 'Process Indicators'</a:t>
        </a:r>
      </a:p>
    </p188:txBody>
  </p188:cm>
  <p188:cm id="{F86B15CC-9B92-AE4C-9136-281B2F4EC562}" authorId="{92365801-79E4-06ED-8243-76D5D869D228}" created="2026-05-26T00:18:44.427">
    <pc:sldMkLst xmlns:pc="http://schemas.microsoft.com/office/powerpoint/2013/main/command">
      <pc:docMk/>
      <pc:sldMk cId="1707046150" sldId="260"/>
    </pc:sldMkLst>
    <p188:txBody>
      <a:bodyPr/>
      <a:lstStyle/>
      <a:p>
        <a:r>
          <a:rPr lang="en-US"/>
          <a:t>We have to be careful about the difference between outcomes and strategies, will probably need to talk about this in person.</a:t>
        </a:r>
      </a:p>
    </p188:txBody>
  </p188:cm>
</p188:cmLst>
</file>

<file path=ppt/comments/modernComment_105_41689C93.xml><?xml version="1.0" encoding="utf-8"?>
<p188:cmLst xmlns:a="http://schemas.openxmlformats.org/drawingml/2006/main" xmlns:r="http://schemas.openxmlformats.org/officeDocument/2006/relationships" xmlns:p188="http://schemas.microsoft.com/office/powerpoint/2018/8/main">
  <p188:cm id="{C0ED310A-1EA6-49A2-AF32-3F84B5AD64CB}" authorId="{EBC80310-E648-A861-1F84-F65E66983B6B}" created="2026-05-22T18:37:11.487">
    <pc:sldMkLst xmlns:pc="http://schemas.microsoft.com/office/powerpoint/2013/main/command">
      <pc:docMk/>
      <pc:sldMk cId="1097374867" sldId="261"/>
    </pc:sldMkLst>
    <p188:txBody>
      <a:bodyPr/>
      <a:lstStyle/>
      <a:p>
        <a:r>
          <a:rPr lang="en-US"/>
          <a:t>I like the 1,000 mother pathway -- i wonder if we could stack the baseline/interevention together so it is easier to compare. I made an example on screen</a:t>
        </a:r>
      </a:p>
    </p188:txBody>
  </p188:cm>
  <p188:cm id="{32FE0686-30BF-F148-9AF3-E38EE826DA90}" authorId="{EBC80310-E648-A861-1F84-F65E66983B6B}" created="2026-05-22T18:43:42.723">
    <pc:sldMkLst xmlns:pc="http://schemas.microsoft.com/office/powerpoint/2013/main/command">
      <pc:docMk/>
      <pc:sldMk cId="1097374867" sldId="261"/>
    </pc:sldMkLst>
    <p188:txBody>
      <a:bodyPr/>
      <a:lstStyle/>
      <a:p>
        <a:r>
          <a:rPr lang="en-US"/>
          <a:t>i think from what meibin said we could remove "what happened to babies" story</a:t>
        </a:r>
      </a:p>
    </p188:txBody>
  </p188:cm>
</p188:cmLst>
</file>

<file path=ppt/comments/modernComment_107_5B21C12D.xml><?xml version="1.0" encoding="utf-8"?>
<p188:cmLst xmlns:a="http://schemas.openxmlformats.org/drawingml/2006/main" xmlns:r="http://schemas.openxmlformats.org/officeDocument/2006/relationships" xmlns:p188="http://schemas.microsoft.com/office/powerpoint/2018/8/main">
  <p188:cm id="{7DD8BFED-A6BC-D147-9FD1-350BB57EBAE2}" authorId="{EBC80310-E648-A861-1F84-F65E66983B6B}" created="2026-05-22T18:45:38.660">
    <pc:sldMkLst xmlns:pc="http://schemas.microsoft.com/office/powerpoint/2013/main/command">
      <pc:docMk/>
      <pc:sldMk cId="1528938797" sldId="263"/>
    </pc:sldMkLst>
    <p188:txBody>
      <a:bodyPr/>
      <a:lstStyle/>
      <a:p>
        <a:r>
          <a:rPr lang="en-US"/>
          <a:t>do we think the users will all know SES? if not maybe spell it out</a:t>
        </a:r>
      </a:p>
    </p188:txBody>
  </p188:cm>
  <p188:cm id="{D6DF3767-F6F1-D84D-AB5C-1971E5CA18BE}" authorId="{EBC80310-E648-A861-1F84-F65E66983B6B}" created="2026-05-22T18:46:22.564">
    <pc:sldMkLst xmlns:pc="http://schemas.microsoft.com/office/powerpoint/2013/main/command">
      <pc:docMk/>
      <pc:sldMk cId="1528938797" sldId="263"/>
    </pc:sldMkLst>
    <p188:txBody>
      <a:bodyPr/>
      <a:lstStyle/>
      <a:p>
        <a:r>
          <a:rPr lang="en-US"/>
          <a:t>same comment here as the initial results page - would it be helpful to add an expandable assumptions card to remind the user?</a:t>
        </a:r>
      </a:p>
    </p188:txBody>
  </p188:cm>
  <p188:cm id="{D3E7A397-8F8F-C74E-A70F-3657B19578C0}" authorId="{EBC80310-E648-A861-1F84-F65E66983B6B}" created="2026-05-27T21:14:19.027">
    <pc:sldMkLst xmlns:pc="http://schemas.microsoft.com/office/powerpoint/2013/main/command">
      <pc:docMk/>
      <pc:sldMk cId="1528938797" sldId="263"/>
    </pc:sldMkLst>
    <p188:txBody>
      <a:bodyPr/>
      <a:lstStyle/>
      <a:p>
        <a:r>
          <a:rPr lang="en-US"/>
          <a:t>analyst notes may not be needed -- if time is short or if it is hard to implement</a:t>
        </a:r>
      </a:p>
    </p188:txBody>
  </p188:cm>
</p188:cmLst>
</file>

<file path=ppt/comments/modernComment_108_CA82C494.xml><?xml version="1.0" encoding="utf-8"?>
<p188:cmLst xmlns:a="http://schemas.openxmlformats.org/drawingml/2006/main" xmlns:r="http://schemas.openxmlformats.org/officeDocument/2006/relationships" xmlns:p188="http://schemas.microsoft.com/office/powerpoint/2018/8/main">
  <p188:cm id="{C3F1E05F-6C4A-204F-BA0C-EF83FA524F3C}" authorId="{EBC80310-E648-A861-1F84-F65E66983B6B}" created="2026-05-22T18:47:30.094">
    <pc:sldMkLst xmlns:pc="http://schemas.microsoft.com/office/powerpoint/2013/main/command">
      <pc:docMk/>
      <pc:sldMk cId="3397567636" sldId="264"/>
    </pc:sldMkLst>
    <p188:txBody>
      <a:bodyPr/>
      <a:lstStyle/>
      <a:p>
        <a:r>
          <a:rPr lang="en-US"/>
          <a:t>it seems to me like having analyst notes on this page could be very challenging given how many options of outcomes there are. if that is the case, maybe we could just have those interpretations on the main results page, and not have it on the analyst notes</a:t>
        </a:r>
      </a:p>
    </p188:txBody>
  </p188:cm>
  <p188:cm id="{9F90EB8A-BA91-EE48-AC8C-85CBF866C89B}" authorId="{EBC80310-E648-A861-1F84-F65E66983B6B}" created="2026-05-22T18:49:45.300">
    <pc:sldMkLst xmlns:pc="http://schemas.microsoft.com/office/powerpoint/2013/main/command">
      <pc:docMk/>
      <pc:sldMk cId="3397567636" sldId="264"/>
    </pc:sldMkLst>
    <p188:txBody>
      <a:bodyPr/>
      <a:lstStyle/>
      <a:p>
        <a:r>
          <a:rPr lang="en-US"/>
          <a:t>would the actual list of meetadata values be larger right? if so, i wonder if it would be good to add an export option. also, maybe a tool tip that explains the parameter in words</a:t>
        </a:r>
      </a:p>
    </p188:txBody>
  </p188:cm>
</p188:cmLst>
</file>

<file path=ppt/comments/modernComment_109_75143B0B.xml><?xml version="1.0" encoding="utf-8"?>
<p188:cmLst xmlns:a="http://schemas.openxmlformats.org/drawingml/2006/main" xmlns:r="http://schemas.openxmlformats.org/officeDocument/2006/relationships" xmlns:p188="http://schemas.microsoft.com/office/powerpoint/2018/8/main">
  <p188:cm id="{3D436F59-3148-AF43-B752-9537B6E04583}" authorId="{EBC80310-E648-A861-1F84-F65E66983B6B}" created="2026-05-22T18:52:14.834">
    <pc:sldMkLst xmlns:pc="http://schemas.microsoft.com/office/powerpoint/2013/main/command">
      <pc:docMk/>
      <pc:sldMk cId="1964260107" sldId="265"/>
    </pc:sldMkLst>
    <p188:txBody>
      <a:bodyPr/>
      <a:lstStyle/>
      <a:p>
        <a:r>
          <a:rPr lang="en-US"/>
          <a:t>i like the "save as preset" idea - is that specific to the user, or the current window? i.e. if i save a preset and then ayo logs on, would he see it? or if i save and then close the window and reopen would i see it?  </a:t>
        </a:r>
      </a:p>
    </p188:txBody>
  </p188:cm>
  <p188:cm id="{8EB70501-DE99-C64F-A2B7-21F1057984F6}" authorId="{EBC80310-E648-A861-1F84-F65E66983B6B}" created="2026-05-22T18:52:37.873">
    <pc:sldMkLst xmlns:pc="http://schemas.microsoft.com/office/powerpoint/2013/main/command">
      <pc:docMk/>
      <pc:sldMk cId="1964260107" sldId="265"/>
    </pc:sldMkLst>
    <p188:txBody>
      <a:bodyPr/>
      <a:lstStyle/>
      <a:p>
        <a:r>
          <a:rPr lang="en-US"/>
          <a:t>if you hit save as preset, i think it would be helpful to be able to give it a name</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9F42-C7D8-9717-DAE8-E62409FFC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00C3ED-C207-AD98-809F-DDD07759FE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6CBCD8-E910-FF13-8763-30C51B428129}"/>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5" name="Footer Placeholder 4">
            <a:extLst>
              <a:ext uri="{FF2B5EF4-FFF2-40B4-BE49-F238E27FC236}">
                <a16:creationId xmlns:a16="http://schemas.microsoft.com/office/drawing/2014/main" id="{4481DCE0-808A-EEF4-8F61-7B9580E253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A0FC27-79E2-59E5-245D-8653C54B4508}"/>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153745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A4EB2-D079-E204-8DCA-3673543020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1194F4-D4BA-6785-B56E-D3B458C8B1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4845F0-846A-63DD-8CCE-2D1F0CE1AB86}"/>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5" name="Footer Placeholder 4">
            <a:extLst>
              <a:ext uri="{FF2B5EF4-FFF2-40B4-BE49-F238E27FC236}">
                <a16:creationId xmlns:a16="http://schemas.microsoft.com/office/drawing/2014/main" id="{DF504DEB-8CB8-9DAE-F3A7-B985284733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9C01F-9F21-98CF-7924-A8C22A82817D}"/>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971989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B4839-CCC0-2D35-0C44-4454068A75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B5C2FD-98B1-D28A-B758-86E7EB073A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4BC41A-079B-3DBD-947A-2531926DC293}"/>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5" name="Footer Placeholder 4">
            <a:extLst>
              <a:ext uri="{FF2B5EF4-FFF2-40B4-BE49-F238E27FC236}">
                <a16:creationId xmlns:a16="http://schemas.microsoft.com/office/drawing/2014/main" id="{4BB6824F-2D00-4A81-B9B0-F3518B0728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91F9F-6914-19EE-045B-1A924BA389A5}"/>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1998179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EE021-49F8-3735-426C-80A0CE7FEA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A26A6-ADEE-2550-1A7F-C4C76CAF61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AA01B4-DD04-327D-8CA8-2AB89E1ADF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CE1468-2EA7-23D4-18EC-80B9FF77F760}"/>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6" name="Footer Placeholder 5">
            <a:extLst>
              <a:ext uri="{FF2B5EF4-FFF2-40B4-BE49-F238E27FC236}">
                <a16:creationId xmlns:a16="http://schemas.microsoft.com/office/drawing/2014/main" id="{99ADDF00-33B7-D91A-21C9-A1FD0EDF18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85492F-825D-397F-5311-E2E2286E2D85}"/>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2434194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74347-9CC9-EB2E-B261-8859BC621F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F6FDDE-B383-36CE-3962-0B64DBA359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A27BCB-D88F-151C-837F-15E59D25E9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CFCA79-0B0D-1553-D39F-84744FE39E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F1F145-DB96-BF14-6330-C1BD0EEE41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E4E15F-183C-5450-3CB5-0E20319DB32D}"/>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8" name="Footer Placeholder 7">
            <a:extLst>
              <a:ext uri="{FF2B5EF4-FFF2-40B4-BE49-F238E27FC236}">
                <a16:creationId xmlns:a16="http://schemas.microsoft.com/office/drawing/2014/main" id="{CC86C389-F579-816E-7EA9-E9A0BC8CF8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9EB3A8-6B96-C67F-38A8-49C4A349C545}"/>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1991767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78252-AB5A-1090-2273-3F5585FE0C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7A3459-6000-032C-4FBB-4540FD7EFA2E}"/>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4" name="Footer Placeholder 3">
            <a:extLst>
              <a:ext uri="{FF2B5EF4-FFF2-40B4-BE49-F238E27FC236}">
                <a16:creationId xmlns:a16="http://schemas.microsoft.com/office/drawing/2014/main" id="{1EF50440-942C-7212-3738-21ABD2D046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83C669-B31E-97A7-0938-1FB473EBCEE2}"/>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460561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F90B1-2EDE-9B16-95B5-8D3C6F76C78C}"/>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3" name="Footer Placeholder 2">
            <a:extLst>
              <a:ext uri="{FF2B5EF4-FFF2-40B4-BE49-F238E27FC236}">
                <a16:creationId xmlns:a16="http://schemas.microsoft.com/office/drawing/2014/main" id="{DCEC504A-87B7-E43A-476C-60923B963E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80679D-5BB9-C31B-03B3-FC9B37742DA3}"/>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3633218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F46FF-7288-C483-12C4-DF609923A5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E962A-AB97-777D-1CA1-B51AE70AD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430FB8-6B67-68E0-BF3F-E93307D5AD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3DB5F2-25A7-9877-46B8-B598BE60D0CE}"/>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6" name="Footer Placeholder 5">
            <a:extLst>
              <a:ext uri="{FF2B5EF4-FFF2-40B4-BE49-F238E27FC236}">
                <a16:creationId xmlns:a16="http://schemas.microsoft.com/office/drawing/2014/main" id="{94F0AFF1-200B-DF62-4096-EDF9312E09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AC4D33-EC7C-D877-93E9-0630E9559981}"/>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2653213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685C-F65F-042B-04B5-CFE9F86B61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3A04B3-C642-A3E4-2B9F-617168012B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113859-5D5E-CBB8-6002-9FB9A1D382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5DF64-DB10-4229-412E-8B26106E45AA}"/>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6" name="Footer Placeholder 5">
            <a:extLst>
              <a:ext uri="{FF2B5EF4-FFF2-40B4-BE49-F238E27FC236}">
                <a16:creationId xmlns:a16="http://schemas.microsoft.com/office/drawing/2014/main" id="{C81A4DF3-A822-AFF5-C6B4-0CB09D80E4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37049B-ECF4-1993-E600-AA08FBFC130C}"/>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251775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00598-9B61-2E6E-5A4B-79F80941BA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C3CB53-3B05-C9C7-922B-5C255E2E55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C8E4D4-5B8C-B312-60A2-E195EE976037}"/>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5" name="Footer Placeholder 4">
            <a:extLst>
              <a:ext uri="{FF2B5EF4-FFF2-40B4-BE49-F238E27FC236}">
                <a16:creationId xmlns:a16="http://schemas.microsoft.com/office/drawing/2014/main" id="{FDB3B524-85ED-1AFD-776A-C83DD092F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B544B2-3836-55A8-AEA6-F08F8CDD7E63}"/>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227523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9B2413-EABB-CC75-AF5A-153D0CD516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023867-939D-F3B7-C8DC-8CF815867C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CA98BA-AEB7-6A4A-A1D7-B4795673160F}"/>
              </a:ext>
            </a:extLst>
          </p:cNvPr>
          <p:cNvSpPr>
            <a:spLocks noGrp="1"/>
          </p:cNvSpPr>
          <p:nvPr>
            <p:ph type="dt" sz="half" idx="10"/>
          </p:nvPr>
        </p:nvSpPr>
        <p:spPr/>
        <p:txBody>
          <a:bodyPr/>
          <a:lstStyle/>
          <a:p>
            <a:fld id="{401C1732-AD7A-E34B-BB8F-CB82DDAA79D4}" type="datetimeFigureOut">
              <a:rPr lang="en-US" smtClean="0"/>
              <a:t>5/27/2026</a:t>
            </a:fld>
            <a:endParaRPr lang="en-US"/>
          </a:p>
        </p:txBody>
      </p:sp>
      <p:sp>
        <p:nvSpPr>
          <p:cNvPr id="5" name="Footer Placeholder 4">
            <a:extLst>
              <a:ext uri="{FF2B5EF4-FFF2-40B4-BE49-F238E27FC236}">
                <a16:creationId xmlns:a16="http://schemas.microsoft.com/office/drawing/2014/main" id="{CC4EF76F-7419-7AD7-4973-5506F230F6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26DB1B-E261-64D8-ED72-238A90861F52}"/>
              </a:ext>
            </a:extLst>
          </p:cNvPr>
          <p:cNvSpPr>
            <a:spLocks noGrp="1"/>
          </p:cNvSpPr>
          <p:nvPr>
            <p:ph type="sldNum" sz="quarter" idx="12"/>
          </p:nvPr>
        </p:nvSpPr>
        <p:spPr/>
        <p:txBody>
          <a:bodyPr/>
          <a:lstStyle/>
          <a:p>
            <a:fld id="{102285F5-96FA-3C48-A941-09A8E6BB6FA7}" type="slidenum">
              <a:rPr lang="en-US" smtClean="0"/>
              <a:t>‹#›</a:t>
            </a:fld>
            <a:endParaRPr lang="en-US"/>
          </a:p>
        </p:txBody>
      </p:sp>
    </p:spTree>
    <p:extLst>
      <p:ext uri="{BB962C8B-B14F-4D97-AF65-F5344CB8AC3E}">
        <p14:creationId xmlns:p14="http://schemas.microsoft.com/office/powerpoint/2010/main" val="96495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22E279-46B4-F41F-EF20-37D799B5F3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490F80-6CE3-5881-B1F4-71686A75F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0FDC4B-5F19-6FB4-CED5-D1DF09EC59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1C1732-AD7A-E34B-BB8F-CB82DDAA79D4}" type="datetimeFigureOut">
              <a:rPr lang="en-US" smtClean="0"/>
              <a:t>5/27/2026</a:t>
            </a:fld>
            <a:endParaRPr lang="en-US"/>
          </a:p>
        </p:txBody>
      </p:sp>
      <p:sp>
        <p:nvSpPr>
          <p:cNvPr id="5" name="Footer Placeholder 4">
            <a:extLst>
              <a:ext uri="{FF2B5EF4-FFF2-40B4-BE49-F238E27FC236}">
                <a16:creationId xmlns:a16="http://schemas.microsoft.com/office/drawing/2014/main" id="{F0F0556E-07E3-6DFE-6AB8-F2A62B4DB1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9C783AB-3E23-9E4D-E66D-7E4CCCF69D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2285F5-96FA-3C48-A941-09A8E6BB6FA7}" type="slidenum">
              <a:rPr lang="en-US" smtClean="0"/>
              <a:t>‹#›</a:t>
            </a:fld>
            <a:endParaRPr lang="en-US"/>
          </a:p>
        </p:txBody>
      </p:sp>
    </p:spTree>
    <p:extLst>
      <p:ext uri="{BB962C8B-B14F-4D97-AF65-F5344CB8AC3E}">
        <p14:creationId xmlns:p14="http://schemas.microsoft.com/office/powerpoint/2010/main" val="386563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2_6F535B84.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3_5CC4E9D7.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4_65BF7506.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microsoft.com/office/2018/10/relationships/comments" Target="../comments/modernComment_105_41689C9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07_5B21C12D.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08_CA82C49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09_75143B0B.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B283B5-7064-06B8-2124-C6C940A07D8E}"/>
              </a:ext>
            </a:extLst>
          </p:cNvPr>
          <p:cNvPicPr>
            <a:picLocks noChangeAspect="1"/>
          </p:cNvPicPr>
          <p:nvPr/>
        </p:nvPicPr>
        <p:blipFill>
          <a:blip r:embed="rId3"/>
          <a:stretch>
            <a:fillRect/>
          </a:stretch>
        </p:blipFill>
        <p:spPr>
          <a:xfrm>
            <a:off x="3074545" y="0"/>
            <a:ext cx="6042910" cy="6858000"/>
          </a:xfrm>
          <a:prstGeom prst="rect">
            <a:avLst/>
          </a:prstGeom>
        </p:spPr>
      </p:pic>
      <p:sp>
        <p:nvSpPr>
          <p:cNvPr id="3" name="Rectangle 2">
            <a:extLst>
              <a:ext uri="{FF2B5EF4-FFF2-40B4-BE49-F238E27FC236}">
                <a16:creationId xmlns:a16="http://schemas.microsoft.com/office/drawing/2014/main" id="{4C5622F0-6630-EE2E-6AB2-769E98658482}"/>
              </a:ext>
            </a:extLst>
          </p:cNvPr>
          <p:cNvSpPr/>
          <p:nvPr/>
        </p:nvSpPr>
        <p:spPr>
          <a:xfrm>
            <a:off x="4650941" y="5723223"/>
            <a:ext cx="4308863" cy="101307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249A846-10D2-29DF-C147-7F4D8525144A}"/>
              </a:ext>
            </a:extLst>
          </p:cNvPr>
          <p:cNvSpPr/>
          <p:nvPr/>
        </p:nvSpPr>
        <p:spPr>
          <a:xfrm>
            <a:off x="4650941" y="2935617"/>
            <a:ext cx="4308863" cy="225475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A8C49B1-F760-5A44-81B9-0A024D3C8612}"/>
              </a:ext>
            </a:extLst>
          </p:cNvPr>
          <p:cNvSpPr/>
          <p:nvPr/>
        </p:nvSpPr>
        <p:spPr>
          <a:xfrm>
            <a:off x="4920787" y="0"/>
            <a:ext cx="2763530" cy="43622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7733892"/>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A5CE8B-370E-A029-552E-8648F7B77F09}"/>
              </a:ext>
            </a:extLst>
          </p:cNvPr>
          <p:cNvPicPr>
            <a:picLocks noChangeAspect="1"/>
          </p:cNvPicPr>
          <p:nvPr/>
        </p:nvPicPr>
        <p:blipFill>
          <a:blip r:embed="rId3"/>
          <a:stretch>
            <a:fillRect/>
          </a:stretch>
        </p:blipFill>
        <p:spPr>
          <a:xfrm>
            <a:off x="2209800" y="499585"/>
            <a:ext cx="7772400" cy="5858830"/>
          </a:xfrm>
          <a:prstGeom prst="rect">
            <a:avLst/>
          </a:prstGeom>
        </p:spPr>
      </p:pic>
      <p:sp>
        <p:nvSpPr>
          <p:cNvPr id="2" name="Rectangle 1">
            <a:extLst>
              <a:ext uri="{FF2B5EF4-FFF2-40B4-BE49-F238E27FC236}">
                <a16:creationId xmlns:a16="http://schemas.microsoft.com/office/drawing/2014/main" id="{5E28BFA1-5454-55BD-760A-7ABD771817F5}"/>
              </a:ext>
            </a:extLst>
          </p:cNvPr>
          <p:cNvSpPr/>
          <p:nvPr/>
        </p:nvSpPr>
        <p:spPr>
          <a:xfrm>
            <a:off x="7197753" y="2315361"/>
            <a:ext cx="2550253" cy="289420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640879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ECAD41-C350-4C2A-E779-38F43D86D2AB}"/>
              </a:ext>
            </a:extLst>
          </p:cNvPr>
          <p:cNvPicPr>
            <a:picLocks noChangeAspect="1"/>
          </p:cNvPicPr>
          <p:nvPr/>
        </p:nvPicPr>
        <p:blipFill>
          <a:blip r:embed="rId3"/>
          <a:stretch>
            <a:fillRect/>
          </a:stretch>
        </p:blipFill>
        <p:spPr>
          <a:xfrm>
            <a:off x="3454521" y="0"/>
            <a:ext cx="5282957" cy="6858000"/>
          </a:xfrm>
          <a:prstGeom prst="rect">
            <a:avLst/>
          </a:prstGeom>
        </p:spPr>
      </p:pic>
      <p:sp>
        <p:nvSpPr>
          <p:cNvPr id="2" name="Rectangle 1">
            <a:extLst>
              <a:ext uri="{FF2B5EF4-FFF2-40B4-BE49-F238E27FC236}">
                <a16:creationId xmlns:a16="http://schemas.microsoft.com/office/drawing/2014/main" id="{ED20413E-18C3-CC95-E161-43E8290522A0}"/>
              </a:ext>
            </a:extLst>
          </p:cNvPr>
          <p:cNvSpPr/>
          <p:nvPr/>
        </p:nvSpPr>
        <p:spPr>
          <a:xfrm>
            <a:off x="4938824" y="980975"/>
            <a:ext cx="3747976" cy="68302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5FD019F-2954-0536-4EAC-5CA61E23E421}"/>
              </a:ext>
            </a:extLst>
          </p:cNvPr>
          <p:cNvSpPr/>
          <p:nvPr/>
        </p:nvSpPr>
        <p:spPr>
          <a:xfrm>
            <a:off x="4844336" y="1961950"/>
            <a:ext cx="1251664" cy="68302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ED2DA8E-C67B-E37A-10DC-6CB24C6EFD5D}"/>
              </a:ext>
            </a:extLst>
          </p:cNvPr>
          <p:cNvSpPr/>
          <p:nvPr/>
        </p:nvSpPr>
        <p:spPr>
          <a:xfrm>
            <a:off x="3596180" y="2852446"/>
            <a:ext cx="5141298" cy="165554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BFB4D24-C88A-708C-2085-B4893E5A3769}"/>
              </a:ext>
            </a:extLst>
          </p:cNvPr>
          <p:cNvSpPr/>
          <p:nvPr/>
        </p:nvSpPr>
        <p:spPr>
          <a:xfrm>
            <a:off x="3454521" y="4669643"/>
            <a:ext cx="5141298" cy="218835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7046150"/>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E677494-E4B6-B47B-C499-5A9CD919CD13}"/>
              </a:ext>
            </a:extLst>
          </p:cNvPr>
          <p:cNvPicPr>
            <a:picLocks noChangeAspect="1"/>
          </p:cNvPicPr>
          <p:nvPr/>
        </p:nvPicPr>
        <p:blipFill>
          <a:blip r:embed="rId3"/>
          <a:stretch>
            <a:fillRect/>
          </a:stretch>
        </p:blipFill>
        <p:spPr>
          <a:xfrm>
            <a:off x="8714184" y="2682749"/>
            <a:ext cx="5080845" cy="565848"/>
          </a:xfrm>
          <a:prstGeom prst="rect">
            <a:avLst/>
          </a:prstGeom>
        </p:spPr>
      </p:pic>
      <p:pic>
        <p:nvPicPr>
          <p:cNvPr id="3" name="Picture 2">
            <a:extLst>
              <a:ext uri="{FF2B5EF4-FFF2-40B4-BE49-F238E27FC236}">
                <a16:creationId xmlns:a16="http://schemas.microsoft.com/office/drawing/2014/main" id="{A3478F6E-6205-3E1B-B093-4203AE1D779D}"/>
              </a:ext>
            </a:extLst>
          </p:cNvPr>
          <p:cNvPicPr>
            <a:picLocks noChangeAspect="1"/>
          </p:cNvPicPr>
          <p:nvPr/>
        </p:nvPicPr>
        <p:blipFill>
          <a:blip r:embed="rId4"/>
          <a:stretch>
            <a:fillRect/>
          </a:stretch>
        </p:blipFill>
        <p:spPr>
          <a:xfrm>
            <a:off x="3650453" y="0"/>
            <a:ext cx="4891093" cy="6858000"/>
          </a:xfrm>
          <a:prstGeom prst="rect">
            <a:avLst/>
          </a:prstGeom>
        </p:spPr>
      </p:pic>
      <p:pic>
        <p:nvPicPr>
          <p:cNvPr id="5" name="Picture 4" descr="A green rectangular object with white background&#10;&#10;AI-generated content may be incorrect.">
            <a:extLst>
              <a:ext uri="{FF2B5EF4-FFF2-40B4-BE49-F238E27FC236}">
                <a16:creationId xmlns:a16="http://schemas.microsoft.com/office/drawing/2014/main" id="{3C9FF954-A58E-49B7-7A87-F4848542DAE0}"/>
              </a:ext>
            </a:extLst>
          </p:cNvPr>
          <p:cNvPicPr>
            <a:picLocks noChangeAspect="1"/>
          </p:cNvPicPr>
          <p:nvPr/>
        </p:nvPicPr>
        <p:blipFill>
          <a:blip r:embed="rId5"/>
          <a:stretch>
            <a:fillRect/>
          </a:stretch>
        </p:blipFill>
        <p:spPr>
          <a:xfrm>
            <a:off x="8714184" y="1996678"/>
            <a:ext cx="4276726" cy="441722"/>
          </a:xfrm>
          <a:prstGeom prst="rect">
            <a:avLst/>
          </a:prstGeom>
        </p:spPr>
      </p:pic>
      <p:pic>
        <p:nvPicPr>
          <p:cNvPr id="2" name="Picture 1">
            <a:extLst>
              <a:ext uri="{FF2B5EF4-FFF2-40B4-BE49-F238E27FC236}">
                <a16:creationId xmlns:a16="http://schemas.microsoft.com/office/drawing/2014/main" id="{963D7149-3458-8EA2-A6AD-169EDE10411C}"/>
              </a:ext>
            </a:extLst>
          </p:cNvPr>
          <p:cNvPicPr>
            <a:picLocks noChangeAspect="1"/>
          </p:cNvPicPr>
          <p:nvPr/>
        </p:nvPicPr>
        <p:blipFill>
          <a:blip r:embed="rId6"/>
          <a:stretch>
            <a:fillRect/>
          </a:stretch>
        </p:blipFill>
        <p:spPr>
          <a:xfrm>
            <a:off x="8653463" y="1246584"/>
            <a:ext cx="3880247" cy="929879"/>
          </a:xfrm>
          <a:prstGeom prst="rect">
            <a:avLst/>
          </a:prstGeom>
        </p:spPr>
      </p:pic>
      <p:pic>
        <p:nvPicPr>
          <p:cNvPr id="6" name="Picture 5">
            <a:extLst>
              <a:ext uri="{FF2B5EF4-FFF2-40B4-BE49-F238E27FC236}">
                <a16:creationId xmlns:a16="http://schemas.microsoft.com/office/drawing/2014/main" id="{4D0C871B-DAED-EB7A-2082-AF8A7DD1401F}"/>
              </a:ext>
            </a:extLst>
          </p:cNvPr>
          <p:cNvPicPr>
            <a:picLocks noChangeAspect="1"/>
          </p:cNvPicPr>
          <p:nvPr/>
        </p:nvPicPr>
        <p:blipFill>
          <a:blip r:embed="rId7"/>
          <a:stretch>
            <a:fillRect/>
          </a:stretch>
        </p:blipFill>
        <p:spPr>
          <a:xfrm>
            <a:off x="8653463" y="2360709"/>
            <a:ext cx="4665574" cy="565848"/>
          </a:xfrm>
          <a:prstGeom prst="rect">
            <a:avLst/>
          </a:prstGeom>
        </p:spPr>
      </p:pic>
      <p:pic>
        <p:nvPicPr>
          <p:cNvPr id="4" name="Picture 3" descr="A close-up of a logo&#10;&#10;AI-generated content may be incorrect.">
            <a:extLst>
              <a:ext uri="{FF2B5EF4-FFF2-40B4-BE49-F238E27FC236}">
                <a16:creationId xmlns:a16="http://schemas.microsoft.com/office/drawing/2014/main" id="{29D87B8F-8348-3D2D-121E-6BA0FF6FC8DB}"/>
              </a:ext>
            </a:extLst>
          </p:cNvPr>
          <p:cNvPicPr>
            <a:picLocks noChangeAspect="1"/>
          </p:cNvPicPr>
          <p:nvPr/>
        </p:nvPicPr>
        <p:blipFill>
          <a:blip r:embed="rId8"/>
          <a:srcRect t="1" r="44954" b="8982"/>
          <a:stretch>
            <a:fillRect/>
          </a:stretch>
        </p:blipFill>
        <p:spPr>
          <a:xfrm>
            <a:off x="10509645" y="1246585"/>
            <a:ext cx="1534309" cy="428054"/>
          </a:xfrm>
          <a:prstGeom prst="rect">
            <a:avLst/>
          </a:prstGeom>
        </p:spPr>
      </p:pic>
      <p:sp>
        <p:nvSpPr>
          <p:cNvPr id="8" name="Process 7">
            <a:extLst>
              <a:ext uri="{FF2B5EF4-FFF2-40B4-BE49-F238E27FC236}">
                <a16:creationId xmlns:a16="http://schemas.microsoft.com/office/drawing/2014/main" id="{16B21A94-B553-6835-DC03-585FA76EDEC0}"/>
              </a:ext>
            </a:extLst>
          </p:cNvPr>
          <p:cNvSpPr/>
          <p:nvPr/>
        </p:nvSpPr>
        <p:spPr>
          <a:xfrm>
            <a:off x="9115799" y="633935"/>
            <a:ext cx="3089264" cy="612648"/>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Idea for 1000 mother pathway visual</a:t>
            </a:r>
          </a:p>
        </p:txBody>
      </p:sp>
    </p:spTree>
    <p:extLst>
      <p:ext uri="{BB962C8B-B14F-4D97-AF65-F5344CB8AC3E}">
        <p14:creationId xmlns:p14="http://schemas.microsoft.com/office/powerpoint/2010/main" val="109737486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1AEB40-BE05-A0E3-3711-BAB7E3765590}"/>
              </a:ext>
            </a:extLst>
          </p:cNvPr>
          <p:cNvPicPr>
            <a:picLocks noChangeAspect="1"/>
          </p:cNvPicPr>
          <p:nvPr/>
        </p:nvPicPr>
        <p:blipFill>
          <a:blip r:embed="rId2"/>
          <a:stretch>
            <a:fillRect/>
          </a:stretch>
        </p:blipFill>
        <p:spPr>
          <a:xfrm>
            <a:off x="2209800" y="1632089"/>
            <a:ext cx="7772400" cy="3593821"/>
          </a:xfrm>
          <a:prstGeom prst="rect">
            <a:avLst/>
          </a:prstGeom>
        </p:spPr>
      </p:pic>
    </p:spTree>
    <p:extLst>
      <p:ext uri="{BB962C8B-B14F-4D97-AF65-F5344CB8AC3E}">
        <p14:creationId xmlns:p14="http://schemas.microsoft.com/office/powerpoint/2010/main" val="1051866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6FCABD-40F2-63BB-FEAD-7F4BC6B39BD9}"/>
              </a:ext>
            </a:extLst>
          </p:cNvPr>
          <p:cNvPicPr>
            <a:picLocks noChangeAspect="1"/>
          </p:cNvPicPr>
          <p:nvPr/>
        </p:nvPicPr>
        <p:blipFill>
          <a:blip r:embed="rId3"/>
          <a:stretch>
            <a:fillRect/>
          </a:stretch>
        </p:blipFill>
        <p:spPr>
          <a:xfrm>
            <a:off x="3050128" y="0"/>
            <a:ext cx="6091743" cy="6858000"/>
          </a:xfrm>
          <a:prstGeom prst="rect">
            <a:avLst/>
          </a:prstGeom>
        </p:spPr>
      </p:pic>
    </p:spTree>
    <p:extLst>
      <p:ext uri="{BB962C8B-B14F-4D97-AF65-F5344CB8AC3E}">
        <p14:creationId xmlns:p14="http://schemas.microsoft.com/office/powerpoint/2010/main" val="1528938797"/>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BEADCA-FD09-0A61-5AD2-AB758EE21EF3}"/>
              </a:ext>
            </a:extLst>
          </p:cNvPr>
          <p:cNvPicPr>
            <a:picLocks noChangeAspect="1"/>
          </p:cNvPicPr>
          <p:nvPr/>
        </p:nvPicPr>
        <p:blipFill>
          <a:blip r:embed="rId3"/>
          <a:stretch>
            <a:fillRect/>
          </a:stretch>
        </p:blipFill>
        <p:spPr>
          <a:xfrm>
            <a:off x="2209800" y="1829894"/>
            <a:ext cx="7772400" cy="3198212"/>
          </a:xfrm>
          <a:prstGeom prst="rect">
            <a:avLst/>
          </a:prstGeom>
        </p:spPr>
      </p:pic>
    </p:spTree>
    <p:extLst>
      <p:ext uri="{BB962C8B-B14F-4D97-AF65-F5344CB8AC3E}">
        <p14:creationId xmlns:p14="http://schemas.microsoft.com/office/powerpoint/2010/main" val="339756763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8A2757-94CE-D48B-0670-48E3328CDED8}"/>
              </a:ext>
            </a:extLst>
          </p:cNvPr>
          <p:cNvPicPr>
            <a:picLocks noChangeAspect="1"/>
          </p:cNvPicPr>
          <p:nvPr/>
        </p:nvPicPr>
        <p:blipFill>
          <a:blip r:embed="rId3"/>
          <a:stretch>
            <a:fillRect/>
          </a:stretch>
        </p:blipFill>
        <p:spPr>
          <a:xfrm>
            <a:off x="2340701" y="0"/>
            <a:ext cx="7510598" cy="6858000"/>
          </a:xfrm>
          <a:prstGeom prst="rect">
            <a:avLst/>
          </a:prstGeom>
        </p:spPr>
      </p:pic>
    </p:spTree>
    <p:extLst>
      <p:ext uri="{BB962C8B-B14F-4D97-AF65-F5344CB8AC3E}">
        <p14:creationId xmlns:p14="http://schemas.microsoft.com/office/powerpoint/2010/main" val="1964260107"/>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DFFD8C-1A54-545A-51C1-4816E0003534}"/>
              </a:ext>
            </a:extLst>
          </p:cNvPr>
          <p:cNvSpPr txBox="1"/>
          <p:nvPr/>
        </p:nvSpPr>
        <p:spPr>
          <a:xfrm>
            <a:off x="612743" y="546755"/>
            <a:ext cx="10489598" cy="5632311"/>
          </a:xfrm>
          <a:prstGeom prst="rect">
            <a:avLst/>
          </a:prstGeom>
          <a:noFill/>
        </p:spPr>
        <p:txBody>
          <a:bodyPr wrap="square" rtlCol="0">
            <a:spAutoFit/>
          </a:bodyPr>
          <a:lstStyle/>
          <a:p>
            <a:r>
              <a:rPr lang="en-US" b="1"/>
              <a:t>Big lift changes</a:t>
            </a:r>
          </a:p>
          <a:p>
            <a:pPr marL="285750" indent="-285750">
              <a:buFont typeface="Arial" panose="020B0604020202020204" pitchFamily="34" charset="0"/>
              <a:buChar char="•"/>
            </a:pPr>
            <a:r>
              <a:rPr lang="en-US"/>
              <a:t>Assumptions and choices made are clearly noted at the top of the results </a:t>
            </a:r>
          </a:p>
          <a:p>
            <a:pPr marL="742950" lvl="1" indent="-285750">
              <a:buFont typeface="Arial" panose="020B0604020202020204" pitchFamily="34" charset="0"/>
              <a:buChar char="•"/>
            </a:pPr>
            <a:r>
              <a:rPr lang="en-US"/>
              <a:t>For example – noting that user selected iron folate and PPH bundle</a:t>
            </a:r>
          </a:p>
          <a:p>
            <a:pPr marL="285750" indent="-285750">
              <a:buFont typeface="Arial" panose="020B0604020202020204" pitchFamily="34" charset="0"/>
              <a:buChar char="•"/>
            </a:pPr>
            <a:r>
              <a:rPr lang="en-US"/>
              <a:t>About the model page at the top of the screen (similar to wiki survey help button)</a:t>
            </a:r>
          </a:p>
          <a:p>
            <a:pPr marL="285750" indent="-285750">
              <a:buFont typeface="Arial" panose="020B0604020202020204" pitchFamily="34" charset="0"/>
              <a:buChar char="•"/>
            </a:pPr>
            <a:r>
              <a:rPr lang="en-US"/>
              <a:t>Scenario comparison </a:t>
            </a:r>
          </a:p>
          <a:p>
            <a:pPr marL="742950" lvl="1" indent="-285750">
              <a:buFont typeface="Arial" panose="020B0604020202020204" pitchFamily="34" charset="0"/>
              <a:buChar char="•"/>
            </a:pPr>
            <a:r>
              <a:rPr lang="en-US"/>
              <a:t>Intervention v. Intervention </a:t>
            </a:r>
          </a:p>
          <a:p>
            <a:pPr marL="742950" lvl="1" indent="-285750">
              <a:buFont typeface="Arial" panose="020B0604020202020204" pitchFamily="34" charset="0"/>
              <a:buChar char="•"/>
            </a:pPr>
            <a:r>
              <a:rPr lang="en-US"/>
              <a:t>Implementation intensity</a:t>
            </a:r>
          </a:p>
          <a:p>
            <a:pPr marL="285750" indent="-285750">
              <a:buFont typeface="Arial" panose="020B0604020202020204" pitchFamily="34" charset="0"/>
              <a:buChar char="•"/>
            </a:pPr>
            <a:endParaRPr lang="en-US"/>
          </a:p>
          <a:p>
            <a:r>
              <a:rPr lang="en-US" b="1"/>
              <a:t>Smaller changes</a:t>
            </a:r>
            <a:endParaRPr lang="en-US"/>
          </a:p>
          <a:p>
            <a:pPr marL="285750" indent="-285750">
              <a:buFont typeface="Arial" panose="020B0604020202020204" pitchFamily="34" charset="0"/>
              <a:buChar char="•"/>
            </a:pPr>
            <a:r>
              <a:rPr lang="en-US"/>
              <a:t>Change Kakamega to Kenya, and add ability to switch between counties</a:t>
            </a:r>
          </a:p>
          <a:p>
            <a:pPr marL="742950" lvl="1" indent="-285750">
              <a:buFont typeface="Arial" panose="020B0604020202020204" pitchFamily="34" charset="0"/>
              <a:buChar char="•"/>
            </a:pPr>
            <a:r>
              <a:rPr lang="en-US"/>
              <a:t>Note we don’t have the different counties data in there yet but will in the next few weeks</a:t>
            </a:r>
          </a:p>
          <a:p>
            <a:pPr marL="285750" indent="-285750">
              <a:buFont typeface="Arial" panose="020B0604020202020204" pitchFamily="34" charset="0"/>
              <a:buChar char="•"/>
            </a:pPr>
            <a:r>
              <a:rPr lang="en-US"/>
              <a:t>Remove donut chart</a:t>
            </a:r>
          </a:p>
          <a:p>
            <a:pPr marL="285750" indent="-285750">
              <a:buFont typeface="Arial" panose="020B0604020202020204" pitchFamily="34" charset="0"/>
              <a:buChar char="•"/>
            </a:pPr>
            <a:r>
              <a:rPr lang="en-US"/>
              <a:t>Update “S” icon to a different logo </a:t>
            </a:r>
          </a:p>
          <a:p>
            <a:pPr marL="285750" indent="-285750">
              <a:buFont typeface="Arial" panose="020B0604020202020204" pitchFamily="34" charset="0"/>
              <a:buChar char="•"/>
            </a:pPr>
            <a:r>
              <a:rPr lang="en-US"/>
              <a:t>Consider name of Title</a:t>
            </a:r>
          </a:p>
          <a:p>
            <a:pPr marL="285750" indent="-285750">
              <a:buFont typeface="Arial" panose="020B0604020202020204" pitchFamily="34" charset="0"/>
              <a:buChar char="•"/>
            </a:pPr>
            <a:r>
              <a:rPr lang="en-US"/>
              <a:t>Remove all references to neonatal</a:t>
            </a:r>
          </a:p>
          <a:p>
            <a:pPr marL="285750" indent="-285750">
              <a:buFont typeface="Arial" panose="020B0604020202020204" pitchFamily="34" charset="0"/>
              <a:buChar char="•"/>
            </a:pPr>
            <a:r>
              <a:rPr lang="en-US"/>
              <a:t>Analyst notes may not be needed if time is short or it is higher effort</a:t>
            </a:r>
          </a:p>
          <a:p>
            <a:pPr marL="285750" indent="-285750">
              <a:buFont typeface="Arial" panose="020B0604020202020204" pitchFamily="34" charset="0"/>
              <a:buChar char="•"/>
            </a:pPr>
            <a:r>
              <a:rPr lang="en-US"/>
              <a:t>Consider level of analysis / annotation needed (i.e. just sentences saying #s or how to read a graph may be easier, some of the types of analysis/annotation may be harder)</a:t>
            </a:r>
          </a:p>
          <a:p>
            <a:pPr marL="285750" indent="-285750">
              <a:buFont typeface="Arial" panose="020B0604020202020204" pitchFamily="34" charset="0"/>
              <a:buChar char="•"/>
            </a:pPr>
            <a:r>
              <a:rPr lang="en-US"/>
              <a:t>Analyst view may be better to add as an enhancement due to high effort</a:t>
            </a:r>
          </a:p>
          <a:p>
            <a:endParaRPr lang="en-US"/>
          </a:p>
        </p:txBody>
      </p:sp>
    </p:spTree>
    <p:extLst>
      <p:ext uri="{BB962C8B-B14F-4D97-AF65-F5344CB8AC3E}">
        <p14:creationId xmlns:p14="http://schemas.microsoft.com/office/powerpoint/2010/main" val="4092493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773CEC-8377-5851-B95C-875BFFBE61A7}"/>
              </a:ext>
            </a:extLst>
          </p:cNvPr>
          <p:cNvSpPr txBox="1"/>
          <p:nvPr/>
        </p:nvSpPr>
        <p:spPr>
          <a:xfrm>
            <a:off x="612742" y="546755"/>
            <a:ext cx="10657513" cy="5909310"/>
          </a:xfrm>
          <a:prstGeom prst="rect">
            <a:avLst/>
          </a:prstGeom>
          <a:noFill/>
        </p:spPr>
        <p:txBody>
          <a:bodyPr wrap="square" rtlCol="0">
            <a:spAutoFit/>
          </a:bodyPr>
          <a:lstStyle/>
          <a:p>
            <a:r>
              <a:rPr lang="en-US" b="1"/>
              <a:t>General notes</a:t>
            </a:r>
          </a:p>
          <a:p>
            <a:pPr marL="285750" indent="-285750">
              <a:buFont typeface="Arial" panose="020B0604020202020204" pitchFamily="34" charset="0"/>
              <a:buChar char="•"/>
            </a:pPr>
            <a:r>
              <a:rPr lang="en-US"/>
              <a:t>HTML shows user flow</a:t>
            </a:r>
          </a:p>
          <a:p>
            <a:pPr marL="285750" indent="-285750">
              <a:buFont typeface="Arial" panose="020B0604020202020204" pitchFamily="34" charset="0"/>
              <a:buChar char="•"/>
            </a:pPr>
            <a:r>
              <a:rPr lang="en-US"/>
              <a:t>Underlying model reflects results</a:t>
            </a:r>
          </a:p>
          <a:p>
            <a:pPr marL="285750" indent="-285750">
              <a:buFont typeface="Arial" panose="020B0604020202020204" pitchFamily="34" charset="0"/>
              <a:buChar char="•"/>
            </a:pPr>
            <a:r>
              <a:rPr lang="en-US"/>
              <a:t>There may be some need to change the underlying model to be able to support the new UI</a:t>
            </a:r>
          </a:p>
          <a:p>
            <a:pPr marL="285750" indent="-285750">
              <a:buFont typeface="Arial" panose="020B0604020202020204" pitchFamily="34" charset="0"/>
              <a:buChar char="•"/>
            </a:pPr>
            <a:r>
              <a:rPr lang="en-US"/>
              <a:t>Code will be in react</a:t>
            </a:r>
          </a:p>
          <a:p>
            <a:endParaRPr lang="en-US"/>
          </a:p>
          <a:p>
            <a:r>
              <a:rPr lang="en-US" b="1"/>
              <a:t>Next steps</a:t>
            </a:r>
          </a:p>
          <a:p>
            <a:pPr marL="285750" indent="-285750">
              <a:buFont typeface="Arial" panose="020B0604020202020204" pitchFamily="34" charset="0"/>
              <a:buChar char="•"/>
            </a:pPr>
            <a:r>
              <a:rPr lang="en-US"/>
              <a:t>[Skip for now] </a:t>
            </a:r>
            <a:r>
              <a:rPr lang="en-US" strike="sngStrike"/>
              <a:t>Consider whether to revise the buckets for the preset scenarios and pillars</a:t>
            </a:r>
          </a:p>
          <a:p>
            <a:pPr marL="742950" lvl="1" indent="-285750">
              <a:buFont typeface="Arial" panose="020B0604020202020204" pitchFamily="34" charset="0"/>
              <a:buChar char="•"/>
            </a:pPr>
            <a:r>
              <a:rPr lang="en-US" strike="sngStrike"/>
              <a:t>i.e. Demand-side (e.g. PROMPTS), Supply-side, Care </a:t>
            </a:r>
          </a:p>
          <a:p>
            <a:pPr marL="285750" indent="-285750">
              <a:buFont typeface="Arial" panose="020B0604020202020204" pitchFamily="34" charset="0"/>
              <a:buChar char="•"/>
            </a:pPr>
            <a:r>
              <a:rPr lang="en-US"/>
              <a:t>Provide explicit feedback on phrasing/naming</a:t>
            </a:r>
          </a:p>
          <a:p>
            <a:pPr marL="285750" indent="-285750">
              <a:buFont typeface="Arial" panose="020B0604020202020204" pitchFamily="34" charset="0"/>
              <a:buChar char="•"/>
            </a:pPr>
            <a:r>
              <a:rPr lang="en-US"/>
              <a:t>Section “Adjust your scenario,” Confirm approach for sliders vs options, default values</a:t>
            </a:r>
          </a:p>
          <a:p>
            <a:pPr marL="742950" lvl="1" indent="-285750">
              <a:buFont typeface="Arial" panose="020B0604020202020204" pitchFamily="34" charset="0"/>
              <a:buChar char="•"/>
            </a:pPr>
            <a:r>
              <a:rPr lang="en-US"/>
              <a:t>Consider qualitative approach, such as a range of values (e.g. 79-100% is the possible range, bucketed as high med low)</a:t>
            </a:r>
          </a:p>
          <a:p>
            <a:pPr marL="742950" lvl="1" indent="-285750">
              <a:buFont typeface="Arial" panose="020B0604020202020204" pitchFamily="34" charset="0"/>
              <a:buChar char="•"/>
            </a:pPr>
            <a:endParaRPr lang="en-US"/>
          </a:p>
          <a:p>
            <a:r>
              <a:rPr lang="en-US" b="1"/>
              <a:t>Out of scope for first release / consider for future enhancement</a:t>
            </a:r>
          </a:p>
          <a:p>
            <a:pPr marL="285750" indent="-285750">
              <a:buFont typeface="Arial" panose="020B0604020202020204" pitchFamily="34" charset="0"/>
              <a:buChar char="•"/>
            </a:pPr>
            <a:r>
              <a:rPr lang="en-US"/>
              <a:t>Analyst view</a:t>
            </a:r>
          </a:p>
          <a:p>
            <a:pPr marL="285750" indent="-285750">
              <a:buFont typeface="Arial" panose="020B0604020202020204" pitchFamily="34" charset="0"/>
              <a:buChar char="•"/>
            </a:pPr>
            <a:r>
              <a:rPr lang="en-US"/>
              <a:t>Analyst notes</a:t>
            </a:r>
          </a:p>
          <a:p>
            <a:pPr marL="285750" indent="-285750">
              <a:buFont typeface="Arial" panose="020B0604020202020204" pitchFamily="34" charset="0"/>
              <a:buChar char="•"/>
            </a:pPr>
            <a:r>
              <a:rPr lang="en-US"/>
              <a:t>Recategorization of pillars (demand-side, supply-side, care)</a:t>
            </a:r>
          </a:p>
          <a:p>
            <a:pPr marL="285750" indent="-285750">
              <a:buFont typeface="Arial" panose="020B0604020202020204" pitchFamily="34" charset="0"/>
              <a:buChar char="•"/>
            </a:pPr>
            <a:r>
              <a:rPr lang="en-US"/>
              <a:t>Neonatal</a:t>
            </a:r>
          </a:p>
          <a:p>
            <a:pPr marL="285750" indent="-285750">
              <a:buFont typeface="Arial" panose="020B0604020202020204" pitchFamily="34" charset="0"/>
              <a:buChar char="•"/>
            </a:pPr>
            <a:r>
              <a:rPr lang="en-US"/>
              <a:t>Very analytically in-depth analysis notes (i.e. we will keep basic logic for now)</a:t>
            </a:r>
          </a:p>
          <a:p>
            <a:pPr marL="285750" indent="-285750">
              <a:buFont typeface="Arial" panose="020B0604020202020204" pitchFamily="34" charset="0"/>
              <a:buChar char="•"/>
            </a:pPr>
            <a:r>
              <a:rPr lang="en-US"/>
              <a:t>AI integration</a:t>
            </a:r>
          </a:p>
        </p:txBody>
      </p:sp>
    </p:spTree>
    <p:extLst>
      <p:ext uri="{BB962C8B-B14F-4D97-AF65-F5344CB8AC3E}">
        <p14:creationId xmlns:p14="http://schemas.microsoft.com/office/powerpoint/2010/main" val="4126716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Meibin Chen</dc:creator>
  <cp:revision>1</cp:revision>
  <dcterms:created xsi:type="dcterms:W3CDTF">2026-05-22T17:13:12Z</dcterms:created>
  <dcterms:modified xsi:type="dcterms:W3CDTF">2026-05-27T21:53:30Z</dcterms:modified>
</cp:coreProperties>
</file>